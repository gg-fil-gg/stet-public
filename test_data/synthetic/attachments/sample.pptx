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cite the statistical appendix for the ITT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Stetomab Phase 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Multicenter, double-blind, randomized</a:t>
            </a:r>
          </a:p>
          <a:p>
            <a:r>
              <a:t>Primary endpoint: SBP reduction at week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ITT population analyzed</a:t>
            </a:r>
          </a:p>
          <a:p>
            <a:r>
              <a:t>Significant reduction vs placebo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